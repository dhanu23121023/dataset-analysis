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2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8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35C4C-ACBE-49A5-8A8A-87E75E371559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6EAB2-19AC-4299-A40D-68729F7BE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37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6EAB2-19AC-4299-A40D-68729F7BEBD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567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50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48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63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8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53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517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23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37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1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87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303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0276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409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19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366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39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10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BE69D75-3E65-48AD-B3B3-0A1917F1905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E5B75-5DE6-4FD1-A362-AB8022D09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1659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274C-1144-D199-341A-2F9B3050AD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FAMILY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BBE2EF-CA93-1246-C12A-4E83603BF9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b="1" dirty="0">
                <a:latin typeface="Modern No. 20" panose="02070704070505020303" pitchFamily="18" charset="0"/>
              </a:rPr>
              <a:t>BY:</a:t>
            </a:r>
          </a:p>
          <a:p>
            <a:r>
              <a:rPr lang="en-IN" b="1" dirty="0">
                <a:latin typeface="Modern No. 20" panose="02070704070505020303" pitchFamily="18" charset="0"/>
              </a:rPr>
              <a:t>DHANAUSHYA V</a:t>
            </a:r>
          </a:p>
          <a:p>
            <a:r>
              <a:rPr lang="en-IN" b="1" dirty="0" err="1">
                <a:latin typeface="Modern No. 20" panose="02070704070505020303" pitchFamily="18" charset="0"/>
              </a:rPr>
              <a:t>B.Sc</a:t>
            </a:r>
            <a:r>
              <a:rPr lang="en-IN" b="1" dirty="0">
                <a:latin typeface="Modern No. 20" panose="02070704070505020303" pitchFamily="18" charset="0"/>
              </a:rPr>
              <a:t> COMPUTER SCIENCE</a:t>
            </a:r>
          </a:p>
          <a:p>
            <a:r>
              <a:rPr lang="en-IN" b="1" dirty="0">
                <a:latin typeface="Modern No. 20" panose="02070704070505020303" pitchFamily="18" charset="0"/>
              </a:rPr>
              <a:t> KULITHALAI.</a:t>
            </a:r>
          </a:p>
          <a:p>
            <a:endParaRPr lang="en-IN" b="1" dirty="0">
              <a:latin typeface="Modern No. 20" panose="0207070407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3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E6F6-485D-6A82-5C17-D986A5FC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MEMBER OF MY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5A522-F295-6584-3EBB-FA36D2CD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FOUR MEMBER OF MY FAMILY</a:t>
            </a:r>
          </a:p>
          <a:p>
            <a:r>
              <a:rPr lang="en-IN" b="1" dirty="0">
                <a:latin typeface="Algerian" panose="04020705040A02060702" pitchFamily="82" charset="0"/>
              </a:rPr>
              <a:t>FATHER</a:t>
            </a:r>
          </a:p>
          <a:p>
            <a:r>
              <a:rPr lang="en-IN" b="1" dirty="0">
                <a:latin typeface="Algerian" panose="04020705040A02060702" pitchFamily="82" charset="0"/>
              </a:rPr>
              <a:t>MOTHER</a:t>
            </a:r>
          </a:p>
          <a:p>
            <a:r>
              <a:rPr lang="en-IN" b="1" dirty="0">
                <a:latin typeface="Algerian" panose="04020705040A02060702" pitchFamily="82" charset="0"/>
              </a:rPr>
              <a:t>MY SELF</a:t>
            </a:r>
          </a:p>
          <a:p>
            <a:r>
              <a:rPr lang="en-IN" b="1" dirty="0">
                <a:latin typeface="Algerian" panose="04020705040A02060702" pitchFamily="82" charset="0"/>
              </a:rPr>
              <a:t>SISTER</a:t>
            </a:r>
          </a:p>
        </p:txBody>
      </p:sp>
    </p:spTree>
    <p:extLst>
      <p:ext uri="{BB962C8B-B14F-4D97-AF65-F5344CB8AC3E}">
        <p14:creationId xmlns:p14="http://schemas.microsoft.com/office/powerpoint/2010/main" val="149609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E32FC-0FDB-117B-E397-72B1BA90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E9A96-57E7-3B7D-5F39-E9D701306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FATHER  – VEERAMALAI K</a:t>
            </a:r>
          </a:p>
          <a:p>
            <a:r>
              <a:rPr lang="en-IN" b="1" dirty="0">
                <a:latin typeface="Algerian" panose="04020705040A02060702" pitchFamily="82" charset="0"/>
              </a:rPr>
              <a:t>MOTHER – SHANTHI V</a:t>
            </a:r>
          </a:p>
          <a:p>
            <a:r>
              <a:rPr lang="en-IN" b="1" dirty="0">
                <a:latin typeface="Algerian" panose="04020705040A02060702" pitchFamily="82" charset="0"/>
              </a:rPr>
              <a:t>MY SELF – DHANUSHYA V</a:t>
            </a:r>
          </a:p>
          <a:p>
            <a:r>
              <a:rPr lang="en-IN" b="1" dirty="0">
                <a:latin typeface="Algerian" panose="04020705040A02060702" pitchFamily="82" charset="0"/>
              </a:rPr>
              <a:t>SISTER – SANJANA V</a:t>
            </a:r>
          </a:p>
        </p:txBody>
      </p:sp>
    </p:spTree>
    <p:extLst>
      <p:ext uri="{BB962C8B-B14F-4D97-AF65-F5344CB8AC3E}">
        <p14:creationId xmlns:p14="http://schemas.microsoft.com/office/powerpoint/2010/main" val="3900824634"/>
      </p:ext>
    </p:extLst>
  </p:cSld>
  <p:clrMapOvr>
    <a:masterClrMapping/>
  </p:clrMapOvr>
  <p:transition spd="slow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ADD03-76CF-92EE-DEDE-8DC092E50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WORK IN MY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1D47B-C1F3-710F-F2D1-95C83018C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FATHER WORK IN LAYER</a:t>
            </a:r>
          </a:p>
          <a:p>
            <a:r>
              <a:rPr lang="en-IN" b="1" dirty="0">
                <a:latin typeface="Algerian" panose="04020705040A02060702" pitchFamily="82" charset="0"/>
              </a:rPr>
              <a:t>MY MOTTHER IS HOUSE WIFE</a:t>
            </a:r>
          </a:p>
          <a:p>
            <a:r>
              <a:rPr lang="en-IN" b="1" dirty="0">
                <a:latin typeface="Algerian" panose="04020705040A02060702" pitchFamily="82" charset="0"/>
              </a:rPr>
              <a:t>MY SELF IS STDY OF FINAL YEAR(III – YEAR)</a:t>
            </a:r>
          </a:p>
          <a:p>
            <a:r>
              <a:rPr lang="en-IN" b="1" dirty="0">
                <a:latin typeface="Algerian" panose="04020705040A02060702" pitchFamily="82" charset="0"/>
              </a:rPr>
              <a:t>MY SISTER IS STDY IN 12 STANDERD</a:t>
            </a:r>
          </a:p>
        </p:txBody>
      </p:sp>
    </p:spTree>
    <p:extLst>
      <p:ext uri="{BB962C8B-B14F-4D97-AF65-F5344CB8AC3E}">
        <p14:creationId xmlns:p14="http://schemas.microsoft.com/office/powerpoint/2010/main" val="14526101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4B1A-38E2-49AF-FCDE-49CF8BB0E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PLACE  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F6517-2982-3294-68F8-3F75F5244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MY FATHER WORKED IN KULITHALAI KARUR 639 120.</a:t>
            </a:r>
          </a:p>
          <a:p>
            <a:r>
              <a:rPr lang="en-IN" b="1" dirty="0">
                <a:latin typeface="Algerian" panose="04020705040A02060702" pitchFamily="82" charset="0"/>
              </a:rPr>
              <a:t>MY MOTHER HOUSE WIFE.</a:t>
            </a:r>
          </a:p>
          <a:p>
            <a:r>
              <a:rPr lang="en-IN" b="1" dirty="0">
                <a:latin typeface="Algerian" panose="04020705040A02060702" pitchFamily="82" charset="0"/>
              </a:rPr>
              <a:t>MY SELF IS </a:t>
            </a:r>
            <a:r>
              <a:rPr lang="en-IN" b="1" dirty="0" err="1">
                <a:latin typeface="Algerian" panose="04020705040A02060702" pitchFamily="82" charset="0"/>
              </a:rPr>
              <a:t>B.Sc</a:t>
            </a:r>
            <a:r>
              <a:rPr lang="en-IN" b="1" dirty="0">
                <a:latin typeface="Algerian" panose="04020705040A02060702" pitchFamily="82" charset="0"/>
              </a:rPr>
              <a:t> COMPUTER SCIENCE FINAL YEAR STUDENT FROM CAUVERY COLLEGE FOR WOMEN (AUTONOMOUS) ANNAMALAI NAGAE TRICHIRAPPALLI-08.</a:t>
            </a:r>
          </a:p>
          <a:p>
            <a:r>
              <a:rPr lang="en-IN" b="1" dirty="0">
                <a:latin typeface="Algerian" panose="04020705040A02060702" pitchFamily="82" charset="0"/>
              </a:rPr>
              <a:t>MY SISTER STDYING IN 12-STANDARED IN COMERCE COMPUTER APPLICATION FROM GOVERNMENT GIRLS HIGHER SECONDARY SCHOOL KULITHALAI KARUR 639 120.</a:t>
            </a:r>
          </a:p>
        </p:txBody>
      </p:sp>
    </p:spTree>
    <p:extLst>
      <p:ext uri="{BB962C8B-B14F-4D97-AF65-F5344CB8AC3E}">
        <p14:creationId xmlns:p14="http://schemas.microsoft.com/office/powerpoint/2010/main" val="26016291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9DCA2-5CE6-1342-116C-AAF3CC511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984D3-DBEA-CE1A-EF00-FC01DDDB2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44/13 VAIGANALLUR POST MELAKUTTAPPATTY KULITHALAI(TK) KARUR(DT).</a:t>
            </a:r>
          </a:p>
        </p:txBody>
      </p:sp>
    </p:spTree>
    <p:extLst>
      <p:ext uri="{BB962C8B-B14F-4D97-AF65-F5344CB8AC3E}">
        <p14:creationId xmlns:p14="http://schemas.microsoft.com/office/powerpoint/2010/main" val="1750888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3F6F-F2BF-9E31-66B9-4064E0A3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AFDECD-7947-E362-7647-69C6EB9A3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7979"/>
            <a:ext cx="10515600" cy="4620881"/>
          </a:xfrm>
        </p:spPr>
        <p:txBody>
          <a:bodyPr>
            <a:normAutofit/>
          </a:bodyPr>
          <a:lstStyle/>
          <a:p>
            <a:endParaRPr lang="en-IN" sz="4800" b="1" dirty="0"/>
          </a:p>
          <a:p>
            <a:endParaRPr lang="en-IN" sz="4800" b="1" dirty="0"/>
          </a:p>
          <a:p>
            <a:endParaRPr lang="en-IN" sz="4800" b="1" dirty="0"/>
          </a:p>
          <a:p>
            <a:pPr marL="0" indent="0">
              <a:buNone/>
            </a:pPr>
            <a:r>
              <a:rPr lang="en-IN" sz="4800" b="1" dirty="0"/>
              <a:t>                                               THANK YOU</a:t>
            </a:r>
          </a:p>
          <a:p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31106814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</TotalTime>
  <Words>154</Words>
  <Application>Microsoft Office PowerPoint</Application>
  <PresentationFormat>Widescreen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Aptos</vt:lpstr>
      <vt:lpstr>Arial</vt:lpstr>
      <vt:lpstr>Century Gothic</vt:lpstr>
      <vt:lpstr>Modern No. 20</vt:lpstr>
      <vt:lpstr>Wingdings 3</vt:lpstr>
      <vt:lpstr>Ion</vt:lpstr>
      <vt:lpstr>FAMILY</vt:lpstr>
      <vt:lpstr>MEMBER OF MY FAMILY</vt:lpstr>
      <vt:lpstr>NAME</vt:lpstr>
      <vt:lpstr>WORK IN MY FAMILY</vt:lpstr>
      <vt:lpstr>PLACE  IN </vt:lpstr>
      <vt:lpstr>ADDRESS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2</cp:revision>
  <dcterms:created xsi:type="dcterms:W3CDTF">2026-02-06T14:19:42Z</dcterms:created>
  <dcterms:modified xsi:type="dcterms:W3CDTF">2026-02-07T04:59:06Z</dcterms:modified>
</cp:coreProperties>
</file>